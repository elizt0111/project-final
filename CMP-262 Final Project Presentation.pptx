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ef2b819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0ef2b819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0ef2b819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0ef2b819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0ef2b819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0ef2b819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0ef2b819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0ef2b819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0ef2b819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0ef2b819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0ef2b8197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0ef2b8197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0ef2b819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0ef2b819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0ef2b819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0ef2b819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0ef2b819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0ef2b819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jogis-newjersey.opendata.arcgis.com/datasets/njdep::natural-waterfalls-in-new-jersey/abou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Project: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Elizabeth Trunk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CMP-262-26599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Goal: To learn more about New Jersey waterfalls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Groups that may benefit: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Environmental researchers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Geography nerds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Tourism companies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found on NJGIN Open Data (.csv file)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https://njogis-newjersey.opendata.arcgis.com/datasets/njdep::natural-waterfalls-in-new-jersey/about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record of the dataset is about a single waterfall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Every waterfall in NJ that meets the min. requirements is included, with some exceptions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Worked with characteristics such as height, classification, and location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Jupyter Notebooks was used to complete the project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</a:t>
            </a:r>
            <a:r>
              <a:rPr lang="en"/>
              <a:t>What is the distribution by county of waterfalls that are sourced from the Delaware River?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1303800" y="1990050"/>
            <a:ext cx="2856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Most waterfalls in New Jersey that are sourced from the Delaware River are in Sussex County.</a:t>
            </a:r>
            <a:endParaRPr/>
          </a:p>
        </p:txBody>
      </p:sp>
      <p:pic>
        <p:nvPicPr>
          <p:cNvPr id="302" name="Google Shape;3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00" y="1998800"/>
            <a:ext cx="3670150" cy="257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375" y="2859500"/>
            <a:ext cx="2437851" cy="1720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Out of the municipalities with more than 3 waterfalls, which ones have the biggest on average?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1430750" y="1990050"/>
            <a:ext cx="2250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Alpine has the largest waterfalls on average, and Kingwood has the largest cascades. The graphs demonstrate that although a waterfall might be tall, that doesn’t mean the cascades are as tall.</a:t>
            </a:r>
            <a:endParaRPr/>
          </a:p>
        </p:txBody>
      </p:sp>
      <p:pic>
        <p:nvPicPr>
          <p:cNvPr id="310" name="Google Shape;3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552" y="2152750"/>
            <a:ext cx="2249939" cy="2082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262" y="2076198"/>
            <a:ext cx="2440063" cy="223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350" y="2476162"/>
            <a:ext cx="1078500" cy="1346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0750" y="4029000"/>
            <a:ext cx="1524801" cy="8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266700" y="3974800"/>
            <a:ext cx="10785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ct val="93035"/>
              <a:buNone/>
            </a:pPr>
            <a:r>
              <a:rPr lang="en" sz="1005"/>
              <a:t>Greenbrook Falls</a:t>
            </a:r>
            <a:r>
              <a:rPr lang="en" sz="1005"/>
              <a:t> (top) and Lockatong High Falls (right)</a:t>
            </a:r>
            <a:endParaRPr sz="100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What were the waterfalls with the top 10 cascade heights that are cascade-type waterfalls?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1303800" y="1990050"/>
            <a:ext cx="3733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Brook Falls in Tenafly has a significantly higher cascade than the rest.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624" y="2647950"/>
            <a:ext cx="1708568" cy="21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500" y="1813425"/>
            <a:ext cx="3067900" cy="2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471" y="2647950"/>
            <a:ext cx="1996824" cy="104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5525" y="3836449"/>
            <a:ext cx="1502857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9"/>
          <p:cNvSpPr txBox="1"/>
          <p:nvPr>
            <p:ph idx="1" type="body"/>
          </p:nvPr>
        </p:nvSpPr>
        <p:spPr>
          <a:xfrm>
            <a:off x="224179" y="3776700"/>
            <a:ext cx="9840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005"/>
              <a:t>Buttermilk Falls (top) and Boonton Falls (bottom)</a:t>
            </a:r>
            <a:endParaRPr sz="100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Q4: Is there a correlation between waterfall type and total height?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 txBox="1"/>
          <p:nvPr>
            <p:ph idx="1" type="body"/>
          </p:nvPr>
        </p:nvSpPr>
        <p:spPr>
          <a:xfrm>
            <a:off x="1158650" y="1822925"/>
            <a:ext cx="2613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There is not much of a dramatic difference between heights, but with the data given we can say there may be a slight correlation. We would have to collect more data to say for sure.</a:t>
            </a:r>
            <a:endParaRPr/>
          </a:p>
        </p:txBody>
      </p:sp>
      <p:pic>
        <p:nvPicPr>
          <p:cNvPr id="332" name="Google Shape;3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713" y="1932100"/>
            <a:ext cx="442912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/>
          <p:cNvPicPr preferRelativeResize="0"/>
          <p:nvPr/>
        </p:nvPicPr>
        <p:blipFill rotWithShape="1">
          <a:blip r:embed="rId4">
            <a:alphaModFix/>
          </a:blip>
          <a:srcRect b="9674" l="0" r="0" t="0"/>
          <a:stretch/>
        </p:blipFill>
        <p:spPr>
          <a:xfrm>
            <a:off x="585575" y="3568150"/>
            <a:ext cx="1756825" cy="96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7475" y="3549350"/>
            <a:ext cx="1332410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 txBox="1"/>
          <p:nvPr>
            <p:ph idx="1" type="body"/>
          </p:nvPr>
        </p:nvSpPr>
        <p:spPr>
          <a:xfrm>
            <a:off x="902249" y="4589575"/>
            <a:ext cx="12072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005"/>
              <a:t>Multi-step</a:t>
            </a:r>
            <a:endParaRPr sz="1005"/>
          </a:p>
        </p:txBody>
      </p:sp>
      <p:sp>
        <p:nvSpPr>
          <p:cNvPr id="336" name="Google Shape;336;p20"/>
          <p:cNvSpPr txBox="1"/>
          <p:nvPr>
            <p:ph idx="1" type="body"/>
          </p:nvPr>
        </p:nvSpPr>
        <p:spPr>
          <a:xfrm>
            <a:off x="2660074" y="4626200"/>
            <a:ext cx="12072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005"/>
              <a:t>Chute</a:t>
            </a:r>
            <a:endParaRPr sz="100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342" name="Google Shape;342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future, I would like to take more time to explore my dataset to generate more meaningful questions.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Ex. Asking questions based on previous knowledge, or questions that may affect me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Since this dataset is small, I feel like I could’ve had more interesting results </a:t>
            </a:r>
            <a:r>
              <a:rPr lang="en"/>
              <a:t>with</a:t>
            </a:r>
            <a:r>
              <a:rPr lang="en"/>
              <a:t> more data. I wasn’t able to get a conclusive answer to question 4.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